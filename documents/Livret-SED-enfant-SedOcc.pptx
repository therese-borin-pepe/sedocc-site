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jpg" ContentType="image/jpg"/>
  <Override PartName="/ppt/media/image15.jpg" ContentType="image/jpg"/>
  <Override PartName="/ppt/media/image16.jpg" ContentType="image/jpg"/>
  <Override PartName="/ppt/media/image17.jpg" ContentType="image/jpg"/>
  <Override PartName="/ppt/media/image2.jpeg" ContentType="image/png"/>
  <Override PartName="/ppt/media/image4.jpg" ContentType="image/jpg"/>
  <Override PartName="/ppt/media/image5.jpg" ContentType="image/jpg"/>
  <Override PartName="/ppt/media/image6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2"/>
    <p:restoredTop sz="95377"/>
  </p:normalViewPr>
  <p:slideViewPr>
    <p:cSldViewPr>
      <p:cViewPr>
        <p:scale>
          <a:sx n="73" d="100"/>
          <a:sy n="73" d="100"/>
        </p:scale>
        <p:origin x="2672" y="-120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.jpe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044" y="429914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1440000"/>
            <a:ext cx="5904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2" name="Picture 3" descr="image.jpg">
            <a:extLst>
              <a:ext uri="{FF2B5EF4-FFF2-40B4-BE49-F238E27FC236}">
                <a16:creationId xmlns:a16="http://schemas.microsoft.com/office/drawing/2014/main" id="{0A4FCFEE-0379-6C4B-A89F-ABA9E58E8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000" y="5220000"/>
            <a:ext cx="306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82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14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pic>
        <p:nvPicPr>
          <p:cNvPr id="3" name="Image 0" descr="unpacked/ppt/media/image_A81BC8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05" y="1694321"/>
            <a:ext cx="2563713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57200" y="6600789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contagieuse, c'est une différence.</a:t>
            </a:r>
            <a:endParaRPr lang="fr-FR" sz="2400" dirty="0"/>
          </a:p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3426878" y="1812729"/>
            <a:ext cx="34622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 ou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0000" y="1260000"/>
            <a:ext cx="3240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320" y="5982629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1260000" y="1260000"/>
            <a:ext cx="5040000" cy="396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84546" y="5718537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3670" y="594975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468000" y="5580000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0" name="Picture 9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" y="4209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2475" y="42208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450" y="4219453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00" y="7004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000" y="7055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44000" y="7092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3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823993" y="4759600"/>
            <a:ext cx="5760000" cy="414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188720"/>
            <a:ext cx="5733288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Words>440</Words>
  <Application>Microsoft Macintosh PowerPoint</Application>
  <PresentationFormat>Personnalisé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12</cp:revision>
  <dcterms:created xsi:type="dcterms:W3CDTF">2026-04-27T15:58:41Z</dcterms:created>
  <dcterms:modified xsi:type="dcterms:W3CDTF">2026-06-29T20:09:30Z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