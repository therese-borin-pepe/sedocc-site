
<file path=[Content_Types].xml><?xml version="1.0" encoding="utf-8"?>
<Types xmlns="http://schemas.openxmlformats.org/package/2006/content-types">
  <Default Extension="png" ContentType="image/png"/>
  <Default Extension="jpe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7.png" ContentType="image/jpe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0.jpeg" ContentType="image/jpeg"/>
  <Override PartName="/ppt/media/image11.jpeg" ContentType="image/jpeg"/>
  <Override PartName="/ppt/media/image12.pn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61"/>
    <p:restoredTop sz="95377"/>
  </p:normalViewPr>
  <p:slideViewPr>
    <p:cSldViewPr>
      <p:cViewPr>
        <p:scale>
          <a:sx n="65" d="100"/>
          <a:sy n="65" d="100"/>
        </p:scale>
        <p:origin x="3512" y="424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09/07/2026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10" Type="http://schemas.openxmlformats.org/officeDocument/2006/relationships/image" Target="../media/image2.jpeg"/><Relationship Id="rId4" Type="http://schemas.openxmlformats.org/officeDocument/2006/relationships/image" Target="../media/image3.pn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044" y="429914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" y="1259999"/>
            <a:ext cx="5904000" cy="309372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2" name="Picture 3" descr="image.jpg">
            <a:extLst>
              <a:ext uri="{FF2B5EF4-FFF2-40B4-BE49-F238E27FC236}">
                <a16:creationId xmlns:a16="http://schemas.microsoft.com/office/drawing/2014/main" id="{0A4FCFEE-0379-6C4B-A89F-ABA9E58E8E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5804289"/>
            <a:ext cx="3886200" cy="2144817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82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140000"/>
            <a:ext cx="662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pic>
        <p:nvPicPr>
          <p:cNvPr id="3" name="Image 0" descr="unpacked/ppt/media/image_A81BC8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11" y="1250981"/>
            <a:ext cx="5953420" cy="3180109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57200" y="6600789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 : c'est une différence avec laquelle on naît, et qu'on garde toute sa vie.</a:t>
            </a: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519050" y="4782144"/>
            <a:ext cx="433393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solide, ou parfois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1260000"/>
            <a:ext cx="42672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878" y="612000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1343025" y="1547204"/>
            <a:ext cx="4800601" cy="2883911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60988" y="5599726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662" y="579600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712361" y="5148950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3" y="4214827"/>
            <a:ext cx="2624452" cy="1874574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8625" y="7163385"/>
            <a:ext cx="2595825" cy="1914632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9825" y="5768995"/>
            <a:ext cx="2550676" cy="1755747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190" y="7199865"/>
            <a:ext cx="2560435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2425" y="4222027"/>
            <a:ext cx="2672025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06060"/>
            <a:ext cx="5040000" cy="13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786951" y="5096550"/>
            <a:ext cx="5853112" cy="3211241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9050779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188720"/>
            <a:ext cx="5733288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B361EC-0B31-4A4E-94B4-F8CEAB4FC256}"/>
              </a:ext>
            </a:extLst>
          </p:cNvPr>
          <p:cNvSpPr/>
          <p:nvPr/>
        </p:nvSpPr>
        <p:spPr>
          <a:xfrm>
            <a:off x="2033733" y="8353920"/>
            <a:ext cx="3781425" cy="162865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800"/>
              </a:spcBef>
            </a:pPr>
            <a:r>
              <a:rPr lang="fr-FR" sz="1000" dirty="0">
                <a:solidFill>
                  <a:srgbClr val="CCBBBB"/>
                </a:solidFill>
                <a:latin typeface="Poppins"/>
              </a:rPr>
              <a:t>━━━━━━━━━━━━━━━━━━━━━━━━</a:t>
            </a:r>
          </a:p>
          <a:p>
            <a:pPr algn="ctr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Pour tes parents</a:t>
            </a:r>
          </a:p>
          <a:p>
            <a:pPr algn="ctr">
              <a:spcBef>
                <a:spcPts val="300"/>
              </a:spcBef>
            </a:pPr>
            <a:r>
              <a:rPr lang="fr-FR" sz="20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0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Words>440</Words>
  <Application>Microsoft Macintosh PowerPoint</Application>
  <PresentationFormat>Personnalisé</PresentationFormat>
  <Paragraphs>67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15</cp:revision>
  <dcterms:created xsi:type="dcterms:W3CDTF">2026-04-27T15:58:41Z</dcterms:created>
  <dcterms:modified xsi:type="dcterms:W3CDTF">2026-07-09T15:29:45Z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