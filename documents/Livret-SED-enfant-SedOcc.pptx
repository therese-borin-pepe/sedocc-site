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3.png" ContentType="image/jpeg"/>
  <Override PartName="/ppt/media/image2.jpeg" ContentType="image/png"/>
  <Override PartName="/ppt/media/image7.png" ContentType="image/j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78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93"/>
    <p:restoredTop sz="95377"/>
  </p:normalViewPr>
  <p:slideViewPr>
    <p:cSldViewPr>
      <p:cViewPr>
        <p:scale>
          <a:sx n="90" d="100"/>
          <a:sy n="90" d="100"/>
        </p:scale>
        <p:origin x="1072" y="112"/>
      </p:cViewPr>
      <p:guideLst>
        <p:guide orient="horz" pos="2878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27990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F72A-3E22-47E7-995C-6D9D04600525}" type="datetimeFigureOut">
              <a:rPr lang="fr-FR" smtClean="0"/>
              <a:t>30/06/2026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336675"/>
            <a:ext cx="25495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55650" y="5146675"/>
            <a:ext cx="6045200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27990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0B9B8-979C-4154-B35D-DE0C001895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6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08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1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cstate="print"/>
          <a:stretch>
            <a:fillRect/>
          </a:stretch>
        </p:blipFill>
        <p:spPr>
          <a:xfrm>
            <a:off x="0" y="0"/>
            <a:ext cx="7560564" cy="1069237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5670422" cy="8019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45317" y="849581"/>
            <a:ext cx="2472214" cy="819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8261" y="3574880"/>
            <a:ext cx="319214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6/30/26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3" r:id="rId4"/>
    <p:sldLayoutId id="2147483664" r:id="rId5"/>
    <p:sldLayoutId id="214748366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2.jpeg"/><Relationship Id="rId7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7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dirty="0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Livret SED'OCC</a:t>
            </a:r>
            <a:endParaRPr lang="fr-FR" sz="3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Text 1"/>
          <p:cNvSpPr>
            <a:spLocks/>
          </p:cNvSpPr>
          <p:nvPr/>
        </p:nvSpPr>
        <p:spPr>
          <a:xfrm>
            <a:off x="457200" y="10058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Pour les enfants</a:t>
            </a:r>
            <a:endParaRPr lang="fr-FR" sz="24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 3"/>
          <p:cNvSpPr>
            <a:spLocks/>
          </p:cNvSpPr>
          <p:nvPr/>
        </p:nvSpPr>
        <p:spPr>
          <a:xfrm>
            <a:off x="457200" y="2103120"/>
            <a:ext cx="6647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dirty="0">
                <a:solidFill>
                  <a:srgbClr val="8B1A2B"/>
                </a:solidFill>
                <a:latin typeface="Poppins"/>
              </a:rPr>
              <a:t>Le mystère de la colle du corps</a:t>
            </a:r>
            <a:endParaRPr lang="fr-FR" sz="3200" dirty="0"/>
          </a:p>
          <a:p>
            <a:pPr algn="ctr"/>
            <a:endParaRPr lang="fr-FR" sz="1600" dirty="0"/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Comprendre le syndrome d'Ehlers-Danlos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8B1A2B"/>
                </a:solidFill>
                <a:latin typeface="Poppins"/>
              </a:rPr>
              <a:t>Viens découvrir avec moi le secret de la colle magique !</a:t>
            </a:r>
          </a:p>
        </p:txBody>
      </p:sp>
      <p:pic>
        <p:nvPicPr>
          <p:cNvPr id="9" name="Image 2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044" y="4299140"/>
            <a:ext cx="4500000" cy="450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7FF1EE-10F5-5446-9822-C9D4DD13548A}"/>
              </a:ext>
            </a:extLst>
          </p:cNvPr>
          <p:cNvSpPr/>
          <p:nvPr/>
        </p:nvSpPr>
        <p:spPr>
          <a:xfrm>
            <a:off x="468000" y="36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800" b="1" dirty="0">
                <a:solidFill>
                  <a:srgbClr val="8B1A2B"/>
                </a:solidFill>
                <a:latin typeface="Poppins"/>
              </a:rPr>
              <a:t>Notre corps, une merveilleuse maison !</a:t>
            </a:r>
          </a:p>
        </p:txBody>
      </p:sp>
      <p:pic>
        <p:nvPicPr>
          <p:cNvPr id="10" name="Picture 2" descr="image.jpg">
            <a:extLst>
              <a:ext uri="{FF2B5EF4-FFF2-40B4-BE49-F238E27FC236}">
                <a16:creationId xmlns:a16="http://schemas.microsoft.com/office/drawing/2014/main" id="{5C9D2762-DF5F-5344-A758-3103BDA24A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" y="1259999"/>
            <a:ext cx="5904000" cy="309372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2" name="Picture 3" descr="image.jpg">
            <a:extLst>
              <a:ext uri="{FF2B5EF4-FFF2-40B4-BE49-F238E27FC236}">
                <a16:creationId xmlns:a16="http://schemas.microsoft.com/office/drawing/2014/main" id="{0A4FCFEE-0379-6C4B-A89F-ABA9E58E8E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2025" y="5648652"/>
            <a:ext cx="3886200" cy="2456091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9DC8A-7D6E-0C40-975A-3926EE7E51E9}"/>
              </a:ext>
            </a:extLst>
          </p:cNvPr>
          <p:cNvSpPr/>
          <p:nvPr/>
        </p:nvSpPr>
        <p:spPr>
          <a:xfrm>
            <a:off x="468000" y="882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Elle aide à tenir nos os, notre peau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et tout le reste.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BEE8E9-39E8-CC42-969C-56935A196227}"/>
              </a:ext>
            </a:extLst>
          </p:cNvPr>
          <p:cNvSpPr/>
          <p:nvPr/>
        </p:nvSpPr>
        <p:spPr>
          <a:xfrm>
            <a:off x="468000" y="4140000"/>
            <a:ext cx="662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Dans notre corps, il y a une super colle magique qui s'appelle </a:t>
            </a:r>
            <a:r>
              <a:rPr lang="fr-FR" sz="2400" dirty="0">
                <a:solidFill>
                  <a:schemeClr val="accent2">
                    <a:lumMod val="75000"/>
                  </a:schemeClr>
                </a:solidFill>
                <a:latin typeface="Poppins"/>
              </a:rPr>
              <a:t>le collagène</a:t>
            </a:r>
            <a:r>
              <a:rPr lang="fr-FR" sz="2400" dirty="0">
                <a:solidFill>
                  <a:srgbClr val="333333"/>
                </a:solidFill>
                <a:latin typeface="Poppins"/>
              </a:rPr>
              <a:t>.</a:t>
            </a:r>
          </a:p>
        </p:txBody>
      </p:sp>
      <p:sp>
        <p:nvSpPr>
          <p:cNvPr id="312" name="Dot 2-2"/>
          <p:cNvSpPr/>
          <p:nvPr/>
        </p:nvSpPr>
        <p:spPr>
          <a:xfrm>
            <a:off x="5058911" y="6154846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1" name="Dot 2-1"/>
          <p:cNvSpPr/>
          <p:nvPr/>
        </p:nvSpPr>
        <p:spPr>
          <a:xfrm>
            <a:off x="5138111" y="630590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0" name="Dot 2-0"/>
          <p:cNvSpPr/>
          <p:nvPr/>
        </p:nvSpPr>
        <p:spPr>
          <a:xfrm>
            <a:off x="5263381" y="6470606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1" name="HeroBubble 2"/>
          <p:cNvSpPr/>
          <p:nvPr/>
        </p:nvSpPr>
        <p:spPr>
          <a:xfrm>
            <a:off x="5232734" y="678009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1" descr="unpacked/ppt/media/image_E673173E.jpg">
            <a:extLst>
              <a:ext uri="{FF2B5EF4-FFF2-40B4-BE49-F238E27FC236}">
                <a16:creationId xmlns:a16="http://schemas.microsoft.com/office/drawing/2014/main" id="{8DFDDAB1-CD7E-8D4B-93C9-16F9FFA77A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3381" y="6978092"/>
            <a:ext cx="1007999" cy="100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715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Qu'est-ce que le SED ?</a:t>
            </a:r>
            <a:endParaRPr lang="fr-FR" sz="2800" dirty="0"/>
          </a:p>
        </p:txBody>
      </p:sp>
      <p:pic>
        <p:nvPicPr>
          <p:cNvPr id="3" name="Image 0" descr="unpacked/ppt/media/image_A81BC8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11" y="1192289"/>
            <a:ext cx="5953420" cy="3297493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57200" y="6600789"/>
            <a:ext cx="6647688" cy="2563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Ce n'est pas une maladie contagieuse, c'est une différence.</a:t>
            </a:r>
            <a:endParaRPr lang="fr-FR" sz="2400" dirty="0"/>
          </a:p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b="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peau, les articulations, les muscles... plein de parties du corps ont besoin de cette colle !</a:t>
            </a:r>
            <a:endParaRPr lang="fr-FR" sz="2400" dirty="0"/>
          </a:p>
        </p:txBody>
      </p:sp>
      <p:sp>
        <p:nvSpPr>
          <p:cNvPr id="322" name="Dot 3-2"/>
          <p:cNvSpPr/>
          <p:nvPr/>
        </p:nvSpPr>
        <p:spPr>
          <a:xfrm>
            <a:off x="5032801" y="458603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1" name="Dot 3-1"/>
          <p:cNvSpPr/>
          <p:nvPr/>
        </p:nvSpPr>
        <p:spPr>
          <a:xfrm>
            <a:off x="5112001" y="4761480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0" name="Dot 3-0"/>
          <p:cNvSpPr/>
          <p:nvPr/>
        </p:nvSpPr>
        <p:spPr>
          <a:xfrm>
            <a:off x="5206710" y="4950167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2" name="HeroBubble 3"/>
          <p:cNvSpPr/>
          <p:nvPr/>
        </p:nvSpPr>
        <p:spPr>
          <a:xfrm>
            <a:off x="5158003" y="5181663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354" y="5325662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5A2B46-85AF-3F41-BFD8-F771AAC13A71}"/>
              </a:ext>
            </a:extLst>
          </p:cNvPr>
          <p:cNvSpPr/>
          <p:nvPr/>
        </p:nvSpPr>
        <p:spPr>
          <a:xfrm>
            <a:off x="519050" y="4782144"/>
            <a:ext cx="433393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Pour les personnes avec le SED, la recette de cette colle est un peu différente.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Elle est moins solide ou trop élastique.</a:t>
            </a:r>
            <a:endParaRPr lang="fr-FR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8000" y="360000"/>
            <a:ext cx="662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grande batterie à plat</a:t>
            </a:r>
            <a:endParaRPr lang="fr-FR" sz="2800" dirty="0"/>
          </a:p>
        </p:txBody>
      </p:sp>
      <p:pic>
        <p:nvPicPr>
          <p:cNvPr id="3" name="Image 0" descr="unpacked/ppt/media/image_F726E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1260000"/>
            <a:ext cx="42672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4" name="Image 1" descr="unpacked/ppt/media/image_23A1A8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000" y="5400000"/>
            <a:ext cx="270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468000" y="6840000"/>
            <a:ext cx="3600000" cy="19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C'est pour cela qu'on est souvent fatigué, même en ayant bien dormi.</a:t>
            </a:r>
            <a:endParaRPr lang="fr-FR" sz="2400" dirty="0"/>
          </a:p>
        </p:txBody>
      </p:sp>
      <p:sp>
        <p:nvSpPr>
          <p:cNvPr id="332" name="Dot 4-2"/>
          <p:cNvSpPr/>
          <p:nvPr/>
        </p:nvSpPr>
        <p:spPr>
          <a:xfrm>
            <a:off x="2357373" y="538880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1" name="Dot 4-1"/>
          <p:cNvSpPr/>
          <p:nvPr/>
        </p:nvSpPr>
        <p:spPr>
          <a:xfrm>
            <a:off x="2231374" y="55160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0" name="Dot 4-0"/>
          <p:cNvSpPr/>
          <p:nvPr/>
        </p:nvSpPr>
        <p:spPr>
          <a:xfrm>
            <a:off x="2070000" y="5690000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3" name="HeroBubble 4"/>
          <p:cNvSpPr/>
          <p:nvPr/>
        </p:nvSpPr>
        <p:spPr>
          <a:xfrm rot="2250274">
            <a:off x="905848" y="5902580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2" descr="unpacked/ppt/media/image_E673173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320" y="5982629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1AAFE20-76B3-534B-9371-0C868F1360A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84CDDD-5741-C048-AFC0-15F93C4CAE06}"/>
              </a:ext>
            </a:extLst>
          </p:cNvPr>
          <p:cNvSpPr/>
          <p:nvPr/>
        </p:nvSpPr>
        <p:spPr>
          <a:xfrm>
            <a:off x="438850" y="3890000"/>
            <a:ext cx="6624000" cy="126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corps doit faire beaucoup plus d'efforts pour compenser la colle lâche, comme un muscle qui travaille trop.</a:t>
            </a:r>
            <a:endParaRPr lang="fr-FR" sz="2400" dirty="0"/>
          </a:p>
          <a:p>
            <a:pPr algn="ctr"/>
            <a:endParaRPr lang="fr-FR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douleur (les alarmes du corps)</a:t>
            </a:r>
            <a:endParaRPr lang="fr-FR" sz="2800" dirty="0"/>
          </a:p>
        </p:txBody>
      </p:sp>
      <p:pic>
        <p:nvPicPr>
          <p:cNvPr id="3" name="Image 0" descr="unpacked/ppt/media/image_A6C4BBD3.jpg"/>
          <p:cNvPicPr>
            <a:picLocks noChangeAspect="1"/>
          </p:cNvPicPr>
          <p:nvPr/>
        </p:nvPicPr>
        <p:blipFill>
          <a:blip r:embed="rId4"/>
          <a:srcRect t="8771" b="8771"/>
          <a:stretch/>
        </p:blipFill>
        <p:spPr>
          <a:xfrm>
            <a:off x="1038226" y="1260001"/>
            <a:ext cx="5261774" cy="338975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68000" y="6840000"/>
            <a:ext cx="6624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On apprend à écouter ces alarmes et à se reposer quand elles sonnent.</a:t>
            </a:r>
            <a:endParaRPr lang="fr-FR" sz="2400" dirty="0"/>
          </a:p>
          <a:p>
            <a:pPr algn="ctr"/>
            <a:endParaRPr lang="fr-FR" sz="2400" dirty="0"/>
          </a:p>
          <a:p>
            <a:pPr algn="ctr"/>
            <a:r>
              <a:rPr lang="fr-FR" sz="2400" b="1" dirty="0">
                <a:solidFill>
                  <a:srgbClr val="8B1A2B"/>
                </a:solidFill>
                <a:latin typeface="Poppins"/>
              </a:rPr>
              <a:t>Mais on peut apprendre à apprivoiser la douleur, avec l'aide des docteurs et de sa famille !</a:t>
            </a:r>
          </a:p>
        </p:txBody>
      </p:sp>
      <p:sp>
        <p:nvSpPr>
          <p:cNvPr id="342" name="Dot 5-2"/>
          <p:cNvSpPr/>
          <p:nvPr/>
        </p:nvSpPr>
        <p:spPr>
          <a:xfrm>
            <a:off x="4460401" y="6607933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1" name="Dot 5-1"/>
          <p:cNvSpPr/>
          <p:nvPr/>
        </p:nvSpPr>
        <p:spPr>
          <a:xfrm>
            <a:off x="4632825" y="665999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0" name="Dot 5-0"/>
          <p:cNvSpPr/>
          <p:nvPr/>
        </p:nvSpPr>
        <p:spPr>
          <a:xfrm>
            <a:off x="4831913" y="6715725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4" name="HeroBubble 5"/>
          <p:cNvSpPr/>
          <p:nvPr/>
        </p:nvSpPr>
        <p:spPr>
          <a:xfrm>
            <a:off x="5184546" y="5718537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3670" y="594975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9458873-06AC-4544-9442-F4907A7EC44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FF46D8-13B3-F144-B385-CDB16F8714CF}"/>
              </a:ext>
            </a:extLst>
          </p:cNvPr>
          <p:cNvSpPr/>
          <p:nvPr/>
        </p:nvSpPr>
        <p:spPr>
          <a:xfrm>
            <a:off x="468000" y="5467639"/>
            <a:ext cx="42278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Avoir mal, c'est le corps qui envoie des signaux d'alarme.</a:t>
            </a:r>
            <a:endParaRPr lang="fr-FR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82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Les aides et astuces</a:t>
            </a:r>
            <a:endParaRPr lang="fr-FR" sz="2800" dirty="0"/>
          </a:p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(les supers outils)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6BDF365-924F-7648-87CF-5EA68FCA16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pic>
        <p:nvPicPr>
          <p:cNvPr id="100" name="Picture 99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" y="42097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2475" y="42208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2" name="Picture 101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8450" y="4219453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000" y="700400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2000" y="70557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5" name="Picture 10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44000" y="709200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52" name="Dot 6-2"/>
          <p:cNvSpPr/>
          <p:nvPr/>
        </p:nvSpPr>
        <p:spPr>
          <a:xfrm>
            <a:off x="4920901" y="233640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1" name="Dot 6-1"/>
          <p:cNvSpPr/>
          <p:nvPr/>
        </p:nvSpPr>
        <p:spPr>
          <a:xfrm>
            <a:off x="5074955" y="2207702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0" name="Dot 6-0"/>
          <p:cNvSpPr/>
          <p:nvPr/>
        </p:nvSpPr>
        <p:spPr>
          <a:xfrm flipH="1">
            <a:off x="5324241" y="2039404"/>
            <a:ext cx="169809" cy="168298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5" name="HeroBubble 6"/>
          <p:cNvSpPr/>
          <p:nvPr/>
        </p:nvSpPr>
        <p:spPr>
          <a:xfrm>
            <a:off x="5538451" y="217170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6" name="Picture 105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39304" y="2324298"/>
            <a:ext cx="1007999" cy="1007999"/>
          </a:xfrm>
          <a:prstGeom prst="rect">
            <a:avLst/>
          </a:prstGeom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E2DCB18F-0F80-8B4A-AAD9-E7E70105770E}"/>
              </a:ext>
            </a:extLst>
          </p:cNvPr>
          <p:cNvSpPr/>
          <p:nvPr/>
        </p:nvSpPr>
        <p:spPr>
          <a:xfrm>
            <a:off x="457200" y="1615750"/>
            <a:ext cx="4476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/>
              </a:rPr>
              <a:t>Les béquilles, les attelles, les vêtements de compression.</a:t>
            </a:r>
            <a:endParaRPr lang="fr-FR" sz="2400" dirty="0"/>
          </a:p>
          <a:p>
            <a:pPr algn="ctr"/>
            <a:r>
              <a:rPr lang="fr-FR" sz="2400" b="1" dirty="0">
                <a:solidFill>
                  <a:srgbClr val="333333"/>
                </a:solidFill>
                <a:latin typeface="Poppins"/>
              </a:rPr>
              <a:t>Ce sont nos outils de super-héros pour aider notre colle spéciale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Jouons ensemble</a:t>
            </a:r>
            <a:r>
              <a:rPr lang="fr-FR" sz="2800" dirty="0"/>
              <a:t> </a:t>
            </a: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avec bienveillance !</a:t>
            </a:r>
            <a:endParaRPr lang="fr-FR" sz="2800" dirty="0"/>
          </a:p>
        </p:txBody>
      </p:sp>
      <p:sp>
        <p:nvSpPr>
          <p:cNvPr id="3" name="Text 1"/>
          <p:cNvSpPr/>
          <p:nvPr/>
        </p:nvSpPr>
        <p:spPr>
          <a:xfrm>
            <a:off x="592319" y="3006060"/>
            <a:ext cx="5040000" cy="13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Dans la cour, on peut s'amuser ensemble à des </a:t>
            </a: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jeux sans bousculade</a:t>
            </a: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 : la marelle, la corde à sauter, les jeux de société, le dessin...</a:t>
            </a:r>
            <a:endParaRPr lang="fr-FR" sz="2400" dirty="0"/>
          </a:p>
        </p:txBody>
      </p:sp>
      <p:pic>
        <p:nvPicPr>
          <p:cNvPr id="4" name="Image 0" descr="unpacked/ppt/media/image_34176320.jpg"/>
          <p:cNvPicPr>
            <a:picLocks noChangeAspect="1"/>
          </p:cNvPicPr>
          <p:nvPr/>
        </p:nvPicPr>
        <p:blipFill>
          <a:blip r:embed="rId4"/>
          <a:srcRect t="14115" b="14115"/>
          <a:stretch/>
        </p:blipFill>
        <p:spPr>
          <a:xfrm>
            <a:off x="786951" y="4982305"/>
            <a:ext cx="5853112" cy="3604035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62" name="Dot 7-2"/>
          <p:cNvSpPr/>
          <p:nvPr/>
        </p:nvSpPr>
        <p:spPr>
          <a:xfrm>
            <a:off x="5553119" y="264464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1" name="Dot 7-1"/>
          <p:cNvSpPr/>
          <p:nvPr/>
        </p:nvSpPr>
        <p:spPr>
          <a:xfrm>
            <a:off x="5632612" y="28167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0" name="Dot 7-0"/>
          <p:cNvSpPr/>
          <p:nvPr/>
        </p:nvSpPr>
        <p:spPr>
          <a:xfrm>
            <a:off x="5735767" y="2953759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6" name="HeroBubble 7"/>
          <p:cNvSpPr/>
          <p:nvPr/>
        </p:nvSpPr>
        <p:spPr>
          <a:xfrm>
            <a:off x="5664960" y="308158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967" y="3234964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D7E1C6A-FBA3-D34A-B763-54C2F74994B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37792D-573F-9345-B686-EF59C5D4B0A7}"/>
              </a:ext>
            </a:extLst>
          </p:cNvPr>
          <p:cNvSpPr/>
          <p:nvPr/>
        </p:nvSpPr>
        <p:spPr>
          <a:xfrm>
            <a:off x="578561" y="1152000"/>
            <a:ext cx="62508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Sois un super copain !</a:t>
            </a:r>
            <a:endParaRPr lang="fr-FR" sz="2400" b="1" dirty="0"/>
          </a:p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Ton copain avec le SED a une colle spéciale qui le rend plus fragile. Ce n'est pas de sa faute, et il a besoin de ta gentillesse !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D6C0EA-2F6B-3343-B0CA-52EAB84A47A3}"/>
              </a:ext>
            </a:extLst>
          </p:cNvPr>
          <p:cNvSpPr/>
          <p:nvPr/>
        </p:nvSpPr>
        <p:spPr>
          <a:xfrm>
            <a:off x="786951" y="9050779"/>
            <a:ext cx="5867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Pas besoin de se pousser pour bien rigoler !</a:t>
            </a:r>
            <a:endParaRPr lang="fr-FR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Ensemble, on est plus forts !</a:t>
            </a:r>
            <a:endParaRPr lang="en-US" sz="3000"/>
          </a:p>
        </p:txBody>
      </p:sp>
      <p:pic>
        <p:nvPicPr>
          <p:cNvPr id="3" name="Image 0" descr="unpacked/ppt/media/image_3304ECD1.jpg"/>
          <p:cNvPicPr>
            <a:picLocks noChangeAspect="1"/>
          </p:cNvPicPr>
          <p:nvPr/>
        </p:nvPicPr>
        <p:blipFill>
          <a:blip r:embed="rId4"/>
          <a:srcRect l="4962" r="4962"/>
          <a:stretch/>
        </p:blipFill>
        <p:spPr>
          <a:xfrm>
            <a:off x="914781" y="1188720"/>
            <a:ext cx="5733288" cy="41148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914781" y="5771474"/>
            <a:ext cx="5533644" cy="2620845"/>
          </a:xfrm>
          <a:prstGeom prst="rect">
            <a:avLst/>
          </a:prstGeom>
          <a:noFill/>
          <a:ln/>
        </p:spPr>
        <p:txBody>
          <a:bodyPr/>
          <a:lstStyle/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On peut parler, se comprendre et </a:t>
            </a:r>
          </a:p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Trouver des solutions ensemble.</a:t>
            </a:r>
          </a:p>
          <a:p>
            <a:pPr algn="l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333333"/>
                </a:solidFill>
                <a:latin typeface="Poppins"/>
              </a:rPr>
              <a:t>C'est important de se sentir entouré.</a:t>
            </a:r>
          </a:p>
          <a:p>
            <a:pPr algn="l">
              <a:spcBef>
                <a:spcPts val="400"/>
              </a:spcBef>
            </a:pPr>
            <a:endParaRPr lang="fr-FR" sz="2400" b="1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Tu es un super-héros, n'oublie jamais !</a:t>
            </a:r>
          </a:p>
        </p:txBody>
      </p:sp>
      <p:sp>
        <p:nvSpPr>
          <p:cNvPr id="372" name="Dot 8-2"/>
          <p:cNvSpPr/>
          <p:nvPr/>
        </p:nvSpPr>
        <p:spPr>
          <a:xfrm>
            <a:off x="5457825" y="609592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1" name="Dot 8-1"/>
          <p:cNvSpPr/>
          <p:nvPr/>
        </p:nvSpPr>
        <p:spPr>
          <a:xfrm>
            <a:off x="5562001" y="625871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0" name="Dot 8-0"/>
          <p:cNvSpPr/>
          <p:nvPr/>
        </p:nvSpPr>
        <p:spPr>
          <a:xfrm>
            <a:off x="5635158" y="6409198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7" name="HeroBubble 8"/>
          <p:cNvSpPr/>
          <p:nvPr/>
        </p:nvSpPr>
        <p:spPr>
          <a:xfrm>
            <a:off x="5835539" y="625871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851" y="6384718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1E0B056-8D9F-8042-A02E-B988B66CF19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B361EC-0B31-4A4E-94B4-F8CEAB4FC256}"/>
              </a:ext>
            </a:extLst>
          </p:cNvPr>
          <p:cNvSpPr/>
          <p:nvPr/>
        </p:nvSpPr>
        <p:spPr>
          <a:xfrm>
            <a:off x="2033733" y="8353920"/>
            <a:ext cx="3781425" cy="162865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Bef>
                <a:spcPts val="800"/>
              </a:spcBef>
            </a:pPr>
            <a:r>
              <a:rPr lang="fr-FR" sz="1000" dirty="0">
                <a:solidFill>
                  <a:srgbClr val="CCBBBB"/>
                </a:solidFill>
                <a:latin typeface="Poppins"/>
              </a:rPr>
              <a:t>━━━━━━━━━━━━━━━━━━━━━━━━</a:t>
            </a:r>
          </a:p>
          <a:p>
            <a:pPr algn="ctr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Pour tes parents</a:t>
            </a:r>
          </a:p>
          <a:p>
            <a:pPr algn="ctr">
              <a:spcBef>
                <a:spcPts val="300"/>
              </a:spcBef>
            </a:pPr>
            <a:r>
              <a:rPr lang="fr-FR" sz="2000" dirty="0">
                <a:solidFill>
                  <a:srgbClr val="666666"/>
                </a:solidFill>
                <a:latin typeface="Poppins"/>
              </a:rPr>
              <a:t>Site internet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www.sedocc.fr</a:t>
            </a:r>
            <a:endParaRPr lang="fr-FR" sz="2000" dirty="0">
              <a:solidFill>
                <a:srgbClr val="666666"/>
              </a:solidFill>
              <a:latin typeface="Poppins"/>
            </a:endParaRP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Email : Sedocc31@gmail.com</a:t>
            </a: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Facebook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SedOcc</a:t>
            </a:r>
            <a:endParaRPr lang="fr-FR" dirty="0">
              <a:solidFill>
                <a:srgbClr val="666666"/>
              </a:solidFill>
              <a:latin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</TotalTime>
  <Words>440</Words>
  <Application>Microsoft Macintosh PowerPoint</Application>
  <PresentationFormat>Personnalisé</PresentationFormat>
  <Paragraphs>67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Calibri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16.0011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therese borin</dc:creator>
  <cp:lastModifiedBy>Florence Garnero</cp:lastModifiedBy>
  <cp:revision>13</cp:revision>
  <dcterms:created xsi:type="dcterms:W3CDTF">2026-04-27T15:58:41Z</dcterms:created>
  <dcterms:modified xsi:type="dcterms:W3CDTF">2026-06-30T05:32:53Z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2026-04-27T00:00:00Z</vt:filetime>
  </property>
  <property fmtid="{D5CDD505-2E9C-101B-9397-08002B2CF9AE}" pid="3" name="CreationClient">
    <vt:lpwstr>hz-json-import</vt:lpwstr>
  </property>
  <property fmtid="{D5CDD505-2E9C-101B-9397-08002B2CF9AE}" pid="4" name="Creator">
    <vt:lpwstr>Adobe Express</vt:lpwstr>
  </property>
  <property fmtid="{D5CDD505-2E9C-101B-9397-08002B2CF9AE}" pid="5" name="LastSaved">
    <vt:filetime>2026-04-27T00:00:00Z</vt:filetime>
  </property>
  <property fmtid="{D5CDD505-2E9C-101B-9397-08002B2CF9AE}" pid="6" name="Producer">
    <vt:lpwstr>Adobe Express</vt:lpwstr>
  </property>
</Properties>
</file>